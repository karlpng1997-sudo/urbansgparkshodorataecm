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266" r:id="rId3"/>
    <p:sldId id="260" r:id="rId4"/>
    <p:sldId id="259" r:id="rId5"/>
    <p:sldId id="262" r:id="rId6"/>
    <p:sldId id="263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27EF7-4048-4D9D-B3AD-E92F9CF983E0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C6FE6-624B-4EFC-9536-815A4BAF73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126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97951-0D64-1ADD-F698-7EF387DC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DDA20C-AA15-F847-8E4F-57C74CA69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9FB86-093F-DEB5-10CF-EA97C6438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FF481-D200-6C72-093E-053A8E83B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3C6FE6-624B-4EFC-9536-815A4BAF738B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0545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B840-2FCF-768E-96EA-9ED7190F8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DA6CA4-B368-0D21-B036-2F23B4FC3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82D0F-691C-B763-F646-D3E0267D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8D196-C177-7AB7-7751-4A7D6474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6774B-7A6A-340B-01D0-400D50AA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429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B32B-38D4-E744-5521-7FE23B6B9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2BF98-1F9B-837B-0043-573A11BB1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6E224-F91E-54BE-105A-6C8FBDA5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3E20D-77FE-CFBF-28D1-E29F63B2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EB417-DDCD-3A29-A986-8048D7F8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147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9B126-9B84-77D5-1A94-783957A4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897DF-8E91-B528-2EE3-D2E7B58EA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3292F-4226-800E-7AF1-71BDF602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E4FA5-29DA-4176-DC28-3E2FD170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AA2AE-0927-432B-F1AE-C9DD7EB5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2905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CF06-D01A-63FD-3A6B-0E1E5889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1A7E-BEEC-60A1-D3A2-E229468B8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61418-6AD4-EACC-207E-7E6F398B9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85309-FDA0-8C43-D383-4A6A5DA3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3E73E-B675-7984-5EA1-4564D2BA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1A1F7-D6EF-1318-4228-62C6A713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789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513B-AA52-9A16-4F15-445AB1D50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F2285-0E15-FCEB-38B7-FCA6119D1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8B5FD-62B6-B6A4-6A56-EF9CCB26A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30132-240C-9B58-D735-EA7748BE1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9568A-620F-8361-B29D-CA51251CE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D5A8A-95D9-2B97-5F12-C4064405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5A675-0AA5-0EED-02BD-B653E897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4FC621-F24C-82B6-803A-CC217C7B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0227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9FA9-1D80-F338-DCA6-CC982221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62DE05-AD79-09C0-1D0A-2D107E86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F9E81-F98B-E6A2-846D-29DC354E1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8F60D1-5F12-D294-052E-516A64E60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718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9C5591-EE0D-1499-D213-1C23A3E7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24CE2-AB21-405B-324B-25112F1F4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FE932-AD57-A4BF-C12C-62318E5F7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796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8C12-E430-C2D0-E4A8-28251DC3D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ABC4C-F08C-C069-3336-79587126B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1B4A1-30E7-34D8-0F51-3AF72F7F6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44B8C-A269-530D-8123-792E94A5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13666-F041-1167-32CD-0192DF6D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EDA79-E8B5-A5B8-C958-B5F7AAF2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0199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753E9-D21E-D895-1CA8-EAEBDC1D1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55AC0-7000-8521-1A89-2CE51B9B6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62548-1279-2DC3-B840-E5445F344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121E8-1E9A-1E7F-0698-C515E216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9797C-2D5D-6DC3-383D-CCE1EC68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E7622-1FBA-340D-D040-E882AC5DE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11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01BA-54FF-1F1B-044A-8A6C64860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DAFEE-1852-EE05-CDE2-7C7EFAF86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99F7-7E39-573E-ABAD-AC0E3F8D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E2161-006F-D1E6-DB6B-FF8B9931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72D4-A1B4-6220-0D89-F976A95B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744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8D1EC-AA65-6DEE-DCE2-91F49B42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21A90-80B0-153E-B63F-3E7D61E22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13FBF-66D8-72E5-C58F-30208FBE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D2DAF-BA1C-BA97-DE31-3FFCA3CE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AED7A-4D9F-3CF9-4287-96D7254E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265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489F9-4F43-EC03-9F23-226BDAD67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93256-0C60-8C44-F635-BAFC7A021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90725-A7F4-8625-8854-6E49C5293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05BAF-CC5A-46DD-9C0A-CCD1F6773D7B}" type="datetimeFigureOut">
              <a:rPr lang="en-SG" smtClean="0"/>
              <a:t>17/4/2026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0FEF5-7382-0C86-6682-41B3446DC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BE827-5C01-DF1E-9748-CF57F7160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43091-343C-4B61-B79D-15D10FCA17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349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CC2F10-9F68-BD49-0F8A-C5320F21C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576" y="2362051"/>
            <a:ext cx="4286848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9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B827-DC23-B419-9F0E-C20F1B27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11E3C-D73A-BAC1-400E-408D1D56C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90 fungal OTUs</a:t>
            </a:r>
          </a:p>
          <a:p>
            <a:r>
              <a:rPr lang="en-SG" dirty="0"/>
              <a:t>5 fungal OTUs per sample</a:t>
            </a:r>
          </a:p>
          <a:p>
            <a:r>
              <a:rPr lang="en-SG" dirty="0"/>
              <a:t>27.8% could not be identified to class.</a:t>
            </a:r>
          </a:p>
          <a:p>
            <a:r>
              <a:rPr lang="en-SG" dirty="0"/>
              <a:t>54.4% could not be identified to genus</a:t>
            </a:r>
          </a:p>
          <a:p>
            <a:r>
              <a:rPr lang="en-SG" dirty="0"/>
              <a:t>21 ECM Fungal OTUs</a:t>
            </a:r>
          </a:p>
          <a:p>
            <a:r>
              <a:rPr lang="en-SG" dirty="0"/>
              <a:t>2 ECM Fungal OTUs per sample</a:t>
            </a:r>
          </a:p>
        </p:txBody>
      </p:sp>
    </p:spTree>
    <p:extLst>
      <p:ext uri="{BB962C8B-B14F-4D97-AF65-F5344CB8AC3E}">
        <p14:creationId xmlns:p14="http://schemas.microsoft.com/office/powerpoint/2010/main" val="1804250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E894A-FA39-9A41-B75C-41ACF3600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3F9038D-DA67-481E-FA12-E74E15271DA7}"/>
              </a:ext>
            </a:extLst>
          </p:cNvPr>
          <p:cNvGrpSpPr/>
          <p:nvPr/>
        </p:nvGrpSpPr>
        <p:grpSpPr>
          <a:xfrm>
            <a:off x="1828800" y="1119337"/>
            <a:ext cx="5927591" cy="4951264"/>
            <a:chOff x="1828800" y="1119337"/>
            <a:chExt cx="5927591" cy="495126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565C0C6-40AD-09FC-D35E-FB1DCE594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1441"/>
            <a:stretch>
              <a:fillRect/>
            </a:stretch>
          </p:blipFill>
          <p:spPr>
            <a:xfrm>
              <a:off x="1828800" y="1119337"/>
              <a:ext cx="5927591" cy="4951264"/>
            </a:xfrm>
            <a:prstGeom prst="rect">
              <a:avLst/>
            </a:prstGeom>
          </p:spPr>
        </p:pic>
        <p:sp>
          <p:nvSpPr>
            <p:cNvPr id="9" name="Right Bracket 8">
              <a:extLst>
                <a:ext uri="{FF2B5EF4-FFF2-40B4-BE49-F238E27FC236}">
                  <a16:creationId xmlns:a16="http://schemas.microsoft.com/office/drawing/2014/main" id="{E4B79632-B435-2830-63A8-9D1FCE451095}"/>
                </a:ext>
              </a:extLst>
            </p:cNvPr>
            <p:cNvSpPr/>
            <p:nvPr/>
          </p:nvSpPr>
          <p:spPr>
            <a:xfrm rot="16200000">
              <a:off x="2347527" y="1002868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Right Bracket 9">
              <a:extLst>
                <a:ext uri="{FF2B5EF4-FFF2-40B4-BE49-F238E27FC236}">
                  <a16:creationId xmlns:a16="http://schemas.microsoft.com/office/drawing/2014/main" id="{89C296C9-2149-C847-9C19-5906A0D6D6B2}"/>
                </a:ext>
              </a:extLst>
            </p:cNvPr>
            <p:cNvSpPr/>
            <p:nvPr/>
          </p:nvSpPr>
          <p:spPr>
            <a:xfrm rot="16200000">
              <a:off x="2910305" y="1002868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ight Bracket 10">
              <a:extLst>
                <a:ext uri="{FF2B5EF4-FFF2-40B4-BE49-F238E27FC236}">
                  <a16:creationId xmlns:a16="http://schemas.microsoft.com/office/drawing/2014/main" id="{9BF4CCCB-6FA8-0F86-177A-916285B374E8}"/>
                </a:ext>
              </a:extLst>
            </p:cNvPr>
            <p:cNvSpPr/>
            <p:nvPr/>
          </p:nvSpPr>
          <p:spPr>
            <a:xfrm rot="16200000">
              <a:off x="3473083" y="1002867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Right Bracket 11">
              <a:extLst>
                <a:ext uri="{FF2B5EF4-FFF2-40B4-BE49-F238E27FC236}">
                  <a16:creationId xmlns:a16="http://schemas.microsoft.com/office/drawing/2014/main" id="{D89DB072-4383-AE0D-DE7E-3E6EF5F16042}"/>
                </a:ext>
              </a:extLst>
            </p:cNvPr>
            <p:cNvSpPr/>
            <p:nvPr/>
          </p:nvSpPr>
          <p:spPr>
            <a:xfrm rot="16200000">
              <a:off x="4035861" y="1002867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ight Bracket 12">
              <a:extLst>
                <a:ext uri="{FF2B5EF4-FFF2-40B4-BE49-F238E27FC236}">
                  <a16:creationId xmlns:a16="http://schemas.microsoft.com/office/drawing/2014/main" id="{E66B850E-8624-A927-BB51-BB8892344FED}"/>
                </a:ext>
              </a:extLst>
            </p:cNvPr>
            <p:cNvSpPr/>
            <p:nvPr/>
          </p:nvSpPr>
          <p:spPr>
            <a:xfrm rot="16200000">
              <a:off x="4598639" y="1002867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ight Bracket 13">
              <a:extLst>
                <a:ext uri="{FF2B5EF4-FFF2-40B4-BE49-F238E27FC236}">
                  <a16:creationId xmlns:a16="http://schemas.microsoft.com/office/drawing/2014/main" id="{0F152095-0EE2-E0B8-1730-E014CC38CECB}"/>
                </a:ext>
              </a:extLst>
            </p:cNvPr>
            <p:cNvSpPr/>
            <p:nvPr/>
          </p:nvSpPr>
          <p:spPr>
            <a:xfrm rot="16200000">
              <a:off x="5155795" y="1002867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ight Bracket 14">
              <a:extLst>
                <a:ext uri="{FF2B5EF4-FFF2-40B4-BE49-F238E27FC236}">
                  <a16:creationId xmlns:a16="http://schemas.microsoft.com/office/drawing/2014/main" id="{8AA34C5B-B1AC-2AD0-E646-C4BCFC56FCFB}"/>
                </a:ext>
              </a:extLst>
            </p:cNvPr>
            <p:cNvSpPr/>
            <p:nvPr/>
          </p:nvSpPr>
          <p:spPr>
            <a:xfrm rot="16200000">
              <a:off x="5718573" y="1002867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ight Bracket 15">
              <a:extLst>
                <a:ext uri="{FF2B5EF4-FFF2-40B4-BE49-F238E27FC236}">
                  <a16:creationId xmlns:a16="http://schemas.microsoft.com/office/drawing/2014/main" id="{C8FEC229-635F-6387-42F4-28D01374A92D}"/>
                </a:ext>
              </a:extLst>
            </p:cNvPr>
            <p:cNvSpPr/>
            <p:nvPr/>
          </p:nvSpPr>
          <p:spPr>
            <a:xfrm rot="16200000">
              <a:off x="6281351" y="1002866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" name="Right Bracket 16">
              <a:extLst>
                <a:ext uri="{FF2B5EF4-FFF2-40B4-BE49-F238E27FC236}">
                  <a16:creationId xmlns:a16="http://schemas.microsoft.com/office/drawing/2014/main" id="{B43575AA-AFE1-CFF1-F894-9152FD4123DA}"/>
                </a:ext>
              </a:extLst>
            </p:cNvPr>
            <p:cNvSpPr/>
            <p:nvPr/>
          </p:nvSpPr>
          <p:spPr>
            <a:xfrm rot="16200000">
              <a:off x="6844129" y="1002866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" name="Right Bracket 17">
              <a:extLst>
                <a:ext uri="{FF2B5EF4-FFF2-40B4-BE49-F238E27FC236}">
                  <a16:creationId xmlns:a16="http://schemas.microsoft.com/office/drawing/2014/main" id="{B6DCB28B-02BF-C0BD-417F-BD4D2C9F888D}"/>
                </a:ext>
              </a:extLst>
            </p:cNvPr>
            <p:cNvSpPr/>
            <p:nvPr/>
          </p:nvSpPr>
          <p:spPr>
            <a:xfrm rot="16200000">
              <a:off x="7406907" y="1002866"/>
              <a:ext cx="45719" cy="454447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66ED51B-D2F4-9405-BEA7-D0160A0DB3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049" t="36852" b="42278"/>
          <a:stretch>
            <a:fillRect/>
          </a:stretch>
        </p:blipFill>
        <p:spPr>
          <a:xfrm>
            <a:off x="7888343" y="2343150"/>
            <a:ext cx="3706517" cy="143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09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7926D5-CBB3-01E3-7367-66C4B8B5B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52" y="885470"/>
            <a:ext cx="7306695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7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F5E04A-3DCD-0470-6200-5D7AAF08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2" y="1490392"/>
            <a:ext cx="7459116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4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80F99-9F95-E352-33E7-5E2AC9FEE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5F9578-4E15-4627-25E6-2254B857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259" y="709233"/>
            <a:ext cx="5239481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7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F1F7-89FB-A261-3D60-D1ABB931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B4905-4E49-CAFC-C93C-E87EA7308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313" y="2562104"/>
            <a:ext cx="3391373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2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A20F-E483-4767-F42A-BA81EC5B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B9CBB8E-C105-B755-282F-1990D6FC3F33}"/>
              </a:ext>
            </a:extLst>
          </p:cNvPr>
          <p:cNvGrpSpPr/>
          <p:nvPr/>
        </p:nvGrpSpPr>
        <p:grpSpPr>
          <a:xfrm>
            <a:off x="1638853" y="194537"/>
            <a:ext cx="9816549" cy="6468926"/>
            <a:chOff x="1638853" y="194537"/>
            <a:chExt cx="9816549" cy="646892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4E096F3-2E60-51D1-A237-0C5D14A63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134" b="9148"/>
            <a:stretch>
              <a:fillRect/>
            </a:stretch>
          </p:blipFill>
          <p:spPr>
            <a:xfrm rot="5400000">
              <a:off x="3312667" y="-1479273"/>
              <a:ext cx="6468922" cy="9816549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7E6E24-A6C9-C35F-4FB6-BF503167A480}"/>
                </a:ext>
              </a:extLst>
            </p:cNvPr>
            <p:cNvSpPr txBox="1"/>
            <p:nvPr/>
          </p:nvSpPr>
          <p:spPr>
            <a:xfrm>
              <a:off x="2003080" y="194537"/>
              <a:ext cx="14553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800" dirty="0"/>
                <a:t>Park Locations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0B702F-4B50-4ADC-E1F3-F7A9C272F9B7}"/>
                </a:ext>
              </a:extLst>
            </p:cNvPr>
            <p:cNvSpPr txBox="1"/>
            <p:nvPr/>
          </p:nvSpPr>
          <p:spPr>
            <a:xfrm>
              <a:off x="9097834" y="194537"/>
              <a:ext cx="14553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800" dirty="0"/>
                <a:t>ECM Fungal OTUs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8001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41</Words>
  <Application>Microsoft Office PowerPoint</Application>
  <PresentationFormat>Widescreen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Qiang Karl Png</dc:creator>
  <cp:lastModifiedBy>Jun Qiang Karl Png</cp:lastModifiedBy>
  <cp:revision>14</cp:revision>
  <dcterms:created xsi:type="dcterms:W3CDTF">2025-10-30T14:44:19Z</dcterms:created>
  <dcterms:modified xsi:type="dcterms:W3CDTF">2026-04-17T02:49:05Z</dcterms:modified>
</cp:coreProperties>
</file>